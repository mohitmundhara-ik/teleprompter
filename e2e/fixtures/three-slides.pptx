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C6E253-D71A-48AF-99E4-193D281307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9B5BF9-DD55-4303-8E2B-1D9B976E36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BE44244-D8C3-4063-BC51-0F45044139B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144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Opening slide title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First bullet on slide one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720000" y="144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Middle slide title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slide body text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144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Closing slide title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slide body text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